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Entra ID Assessment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Name | Date</a:t>
            </a:r>
          </a:p>
          <a:p>
            <a:r>
              <a:t>Prepared by: KloudClan Limited</a:t>
            </a:r>
          </a:p>
          <a:p>
            <a:r>
              <a:t>© Microsoft attribution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Assessment Overview</a:t>
            </a:r>
          </a:p>
          <a:p>
            <a:r>
              <a:t>2. Tenant Findings Summary</a:t>
            </a:r>
          </a:p>
          <a:p>
            <a:r>
              <a:t>3. Identity &amp; Access Management</a:t>
            </a:r>
          </a:p>
          <a:p>
            <a:r>
              <a:t>4. Conditional Access &amp; Security</a:t>
            </a:r>
          </a:p>
          <a:p>
            <a:r>
              <a:t>5. 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- Evaluate the security and configuration of Microsoft Entra ID (Azure AD successor).</a:t>
            </a:r>
          </a:p>
          <a:p/>
          <a:p>
            <a:r>
              <a:t>Scope:</a:t>
            </a:r>
          </a:p>
          <a:p>
            <a:r>
              <a:t>- Tenant configuration, authentication, Conditional Access, privileged access, applications, and governance.</a:t>
            </a:r>
          </a:p>
          <a:p/>
          <a:p>
            <a:r>
              <a:t>Approach:</a:t>
            </a:r>
          </a:p>
          <a:p>
            <a:r>
              <a:t>- Based on Microsoft’s Azure AD Assessment methodology (credit to Microsoft).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Tenant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Tenant Name: </a:t>
            </a:r>
          </a:p>
          <a:p>
            <a:r>
              <a:t>Tenant ID: </a:t>
            </a:r>
          </a:p>
          <a:p>
            <a:r>
              <a:t>Domains: </a:t>
            </a:r>
          </a:p>
          <a:p>
            <a:r>
              <a:t>Licenses: </a:t>
            </a:r>
          </a:p>
          <a:p>
            <a:r>
              <a:t>Notes: 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MFA not enforced for all admins</a:t>
            </a:r>
          </a:p>
          <a:p>
            <a:r>
              <a:t>• Excessive permanent Global Admin roles</a:t>
            </a:r>
          </a:p>
          <a:p>
            <a:r>
              <a:t>• Guest accounts with stale access</a:t>
            </a:r>
          </a:p>
          <a:p>
            <a:r>
              <a:t>• Missing log forwarding to SIEM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Enforce Conditional Access for all users</a:t>
            </a:r>
          </a:p>
          <a:p>
            <a:r>
              <a:t>2. Implement PIM for privileged roles</a:t>
            </a:r>
          </a:p>
          <a:p>
            <a:r>
              <a:t>3. Enable SSPR and MFA organization-wide</a:t>
            </a:r>
          </a:p>
          <a:p>
            <a:r>
              <a:t>4. Configure Log Analytics integration</a:t>
            </a:r>
          </a:p>
          <a:p>
            <a:r>
              <a:t>5. Conduct quarterly access reviews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the full Power BI and Excel findings.</a:t>
            </a:r>
          </a:p>
          <a:p>
            <a:r>
              <a:t>• Agree on remediation priorities with the customer.</a:t>
            </a:r>
          </a:p>
          <a:p>
            <a:r>
              <a:t>• Plan technical implementation with security and IT teams.</a:t>
            </a:r>
          </a:p>
          <a:p>
            <a:r>
              <a:t>• Schedule re-assessment after remediation.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Credits &amp; 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Entra ID Assessment framework is adapted from Microsoft's Azure AD Assessment Guide.</a:t>
            </a:r>
          </a:p>
          <a:p>
            <a:r>
              <a:t>Original content © Microsoft. Used with attribution.</a:t>
            </a:r>
          </a:p>
          <a:p/>
          <a:p>
            <a:r>
              <a:t>Community adaptation © KloudClan Limited.</a:t>
            </a:r>
          </a:p>
          <a:p>
            <a:r>
              <a:t>Licensed under MIT License.</a:t>
            </a:r>
          </a:p>
          <a:p/>
          <a:p>
            <a:r>
              <a:t>For details, see LICENSE.md.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